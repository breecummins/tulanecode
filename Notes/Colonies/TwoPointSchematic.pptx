
<file path=[Content_Types].xml><?xml version="1.0" encoding="utf-8"?>
<Types xmlns="http://schemas.openxmlformats.org/package/2006/content-types">
  <Override PartName="/ppt/slideLayouts/slideLayout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6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ppt/slideLayouts/slideLayout7.xml" ContentType="application/vnd.openxmlformats-officedocument.presentationml.slideLayout+xml"/>
  <Override PartName="/ppt/presProps.xml" ContentType="application/vnd.openxmlformats-officedocument.presentationml.presProps+xml"/>
  <Default Extension="jpeg" ContentType="image/jpeg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Default Extension="xml" ContentType="application/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Default Extension="bin" ContentType="application/vnd.openxmlformats-officedocument.presentationml.printerSettings"/>
  <Default Extension="rels" ContentType="application/vnd.openxmlformats-package.relationships+xml"/>
</Types>
</file>

<file path=_rels/.rels><?xml version="1.0" encoding="UTF-8" standalone="yes"?>
<Relationships xmlns="http://schemas.openxmlformats.org/package/2006/relationships"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aveSubsetFonts="1" autoCompressPictures="0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normalViewPr>
    <p:restoredLeft sz="15620"/>
    <p:restoredTop sz="94660"/>
  </p:normalViewPr>
  <p:slideViewPr>
    <p:cSldViewPr snapToGrid="0" snapToObjects="1">
      <p:cViewPr varScale="1">
        <p:scale>
          <a:sx n="128" d="100"/>
          <a:sy n="128" d="100"/>
        </p:scale>
        <p:origin x="-1112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4" Type="http://schemas.openxmlformats.org/officeDocument/2006/relationships/printerSettings" Target="printerSettings/printerSettings1.bin"/><Relationship Id="rId5" Type="http://schemas.openxmlformats.org/officeDocument/2006/relationships/presProps" Target="presProps.xml"/><Relationship Id="rId7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6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7A661-055F-AB4D-8195-4EFEDE6047F2}" type="datetimeFigureOut">
              <a:rPr lang="en-US" smtClean="0"/>
              <a:t>6/30/11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0864E-9706-4D4D-A8BD-1BA01FEEBE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7A661-055F-AB4D-8195-4EFEDE6047F2}" type="datetimeFigureOut">
              <a:rPr lang="en-US" smtClean="0"/>
              <a:t>6/30/11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0864E-9706-4D4D-A8BD-1BA01FEEBE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7A661-055F-AB4D-8195-4EFEDE6047F2}" type="datetimeFigureOut">
              <a:rPr lang="en-US" smtClean="0"/>
              <a:t>6/30/11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0864E-9706-4D4D-A8BD-1BA01FEEBE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7A661-055F-AB4D-8195-4EFEDE6047F2}" type="datetimeFigureOut">
              <a:rPr lang="en-US" smtClean="0"/>
              <a:t>6/30/11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0864E-9706-4D4D-A8BD-1BA01FEEBE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7A661-055F-AB4D-8195-4EFEDE6047F2}" type="datetimeFigureOut">
              <a:rPr lang="en-US" smtClean="0"/>
              <a:t>6/30/11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0864E-9706-4D4D-A8BD-1BA01FEEBE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7A661-055F-AB4D-8195-4EFEDE6047F2}" type="datetimeFigureOut">
              <a:rPr lang="en-US" smtClean="0"/>
              <a:t>6/30/11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0864E-9706-4D4D-A8BD-1BA01FEEBE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7A661-055F-AB4D-8195-4EFEDE6047F2}" type="datetimeFigureOut">
              <a:rPr lang="en-US" smtClean="0"/>
              <a:t>6/30/11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0864E-9706-4D4D-A8BD-1BA01FEEBE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7A661-055F-AB4D-8195-4EFEDE6047F2}" type="datetimeFigureOut">
              <a:rPr lang="en-US" smtClean="0"/>
              <a:t>6/30/11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0864E-9706-4D4D-A8BD-1BA01FEEBE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7A661-055F-AB4D-8195-4EFEDE6047F2}" type="datetimeFigureOut">
              <a:rPr lang="en-US" smtClean="0"/>
              <a:t>6/30/11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0864E-9706-4D4D-A8BD-1BA01FEEBE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7A661-055F-AB4D-8195-4EFEDE6047F2}" type="datetimeFigureOut">
              <a:rPr lang="en-US" smtClean="0"/>
              <a:t>6/30/11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0864E-9706-4D4D-A8BD-1BA01FEEBE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7A661-055F-AB4D-8195-4EFEDE6047F2}" type="datetimeFigureOut">
              <a:rPr lang="en-US" smtClean="0"/>
              <a:t>6/30/11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0864E-9706-4D4D-A8BD-1BA01FEEBE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4" Type="http://schemas.openxmlformats.org/officeDocument/2006/relationships/slideLayout" Target="../slideLayouts/slideLayout4.xml"/><Relationship Id="rId10" Type="http://schemas.openxmlformats.org/officeDocument/2006/relationships/slideLayout" Target="../slideLayouts/slideLayout10.xml"/><Relationship Id="rId5" Type="http://schemas.openxmlformats.org/officeDocument/2006/relationships/slideLayout" Target="../slideLayouts/slideLayout5.xml"/><Relationship Id="rId7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9" Type="http://schemas.openxmlformats.org/officeDocument/2006/relationships/slideLayout" Target="../slideLayouts/slideLayout9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E7A661-055F-AB4D-8195-4EFEDE6047F2}" type="datetimeFigureOut">
              <a:rPr lang="en-US" smtClean="0"/>
              <a:t>6/30/11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B0864E-9706-4D4D-A8BD-1BA01FEEBEF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1964514" y="1299665"/>
            <a:ext cx="914400" cy="914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960304" y="1453444"/>
            <a:ext cx="601642" cy="60519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3254323" y="1764372"/>
            <a:ext cx="1111220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rot="10800000" flipV="1">
            <a:off x="1266426" y="1765960"/>
            <a:ext cx="1134639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815684" y="3178319"/>
            <a:ext cx="914400" cy="914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3297652" y="3332098"/>
            <a:ext cx="601642" cy="60519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3591671" y="3643026"/>
            <a:ext cx="1111220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rot="10800000" flipV="1">
            <a:off x="1117596" y="3644614"/>
            <a:ext cx="1134639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3254323" y="1089733"/>
            <a:ext cx="476237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rot="10800000" flipV="1">
            <a:off x="2143103" y="1091322"/>
            <a:ext cx="257962" cy="635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420895" y="357165"/>
            <a:ext cx="985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Time = 0</a:t>
            </a:r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2420895" y="4414921"/>
            <a:ext cx="1063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Time = t</a:t>
            </a:r>
            <a:r>
              <a:rPr lang="en-US" baseline="-25000" dirty="0" smtClean="0"/>
              <a:t>1</a:t>
            </a:r>
            <a:endParaRPr lang="en-US" baseline="-25000" dirty="0"/>
          </a:p>
        </p:txBody>
      </p:sp>
      <p:sp>
        <p:nvSpPr>
          <p:cNvPr id="21" name="TextBox 20"/>
          <p:cNvSpPr txBox="1"/>
          <p:nvPr/>
        </p:nvSpPr>
        <p:spPr>
          <a:xfrm>
            <a:off x="3800007" y="1344313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f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1573923" y="1344313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-</a:t>
            </a:r>
            <a:r>
              <a:rPr lang="en-US" dirty="0" err="1" smtClean="0"/>
              <a:t>f</a:t>
            </a:r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4137355" y="3178319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f</a:t>
            </a:r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1425093" y="3178319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-</a:t>
            </a:r>
            <a:r>
              <a:rPr lang="en-US" dirty="0" err="1" smtClean="0"/>
              <a:t>f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800284" y="728343"/>
            <a:ext cx="3574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u</a:t>
            </a:r>
            <a:r>
              <a:rPr lang="en-US" baseline="-25000" dirty="0" err="1" smtClean="0"/>
              <a:t>t</a:t>
            </a:r>
            <a:endParaRPr lang="en-US" baseline="-25000" dirty="0"/>
          </a:p>
        </p:txBody>
      </p:sp>
      <p:sp>
        <p:nvSpPr>
          <p:cNvPr id="26" name="TextBox 25"/>
          <p:cNvSpPr txBox="1"/>
          <p:nvPr/>
        </p:nvSpPr>
        <p:spPr>
          <a:xfrm>
            <a:off x="3710709" y="728343"/>
            <a:ext cx="3867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u</a:t>
            </a:r>
            <a:r>
              <a:rPr lang="en-US" baseline="-25000" dirty="0" smtClean="0"/>
              <a:t>h</a:t>
            </a:r>
            <a:endParaRPr lang="en-US" baseline="-25000" dirty="0"/>
          </a:p>
        </p:txBody>
      </p:sp>
      <p:sp>
        <p:nvSpPr>
          <p:cNvPr id="27" name="Down Arrow 26"/>
          <p:cNvSpPr/>
          <p:nvPr/>
        </p:nvSpPr>
        <p:spPr>
          <a:xfrm>
            <a:off x="2606831" y="2368087"/>
            <a:ext cx="617725" cy="697548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2301862" y="4973208"/>
            <a:ext cx="914400" cy="914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3297652" y="5126987"/>
            <a:ext cx="601642" cy="60519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Arrow Connector 35"/>
          <p:cNvCxnSpPr/>
          <p:nvPr/>
        </p:nvCxnSpPr>
        <p:spPr>
          <a:xfrm>
            <a:off x="3591671" y="5437915"/>
            <a:ext cx="1111220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 rot="10800000" flipV="1">
            <a:off x="1603774" y="5439503"/>
            <a:ext cx="1134639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137355" y="5017856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f</a:t>
            </a:r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1911271" y="5017856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-</a:t>
            </a:r>
            <a:r>
              <a:rPr lang="en-US" dirty="0" err="1" smtClean="0"/>
              <a:t>f</a:t>
            </a:r>
            <a:endParaRPr 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5524950" y="1089733"/>
            <a:ext cx="223236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At first there is a larger velocity at the head of the organism, because of larger drag at the tail. </a:t>
            </a:r>
            <a:endParaRPr 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5524950" y="3065635"/>
            <a:ext cx="22323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This would cause the head bead and the tail bead to move apart.</a:t>
            </a:r>
            <a:endParaRPr lang="en-US" dirty="0"/>
          </a:p>
        </p:txBody>
      </p:sp>
      <p:sp>
        <p:nvSpPr>
          <p:cNvPr id="48" name="TextBox 47"/>
          <p:cNvSpPr txBox="1"/>
          <p:nvPr/>
        </p:nvSpPr>
        <p:spPr>
          <a:xfrm>
            <a:off x="5524950" y="4699251"/>
            <a:ext cx="22323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But we will only move the head bead and keep the tail bead at the same distance.</a:t>
            </a:r>
            <a:endParaRPr lang="en-US" dirty="0"/>
          </a:p>
        </p:txBody>
      </p:sp>
      <p:sp>
        <p:nvSpPr>
          <p:cNvPr id="49" name="TextBox 48"/>
          <p:cNvSpPr txBox="1"/>
          <p:nvPr/>
        </p:nvSpPr>
        <p:spPr>
          <a:xfrm>
            <a:off x="5089784" y="359011"/>
            <a:ext cx="28674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ONLY ONE SWIMMER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1964514" y="1299665"/>
            <a:ext cx="914400" cy="914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960304" y="1453444"/>
            <a:ext cx="601642" cy="60519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3254323" y="1764372"/>
            <a:ext cx="1111220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rot="10800000" flipV="1">
            <a:off x="1266426" y="1765960"/>
            <a:ext cx="1134639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795840" y="3426344"/>
            <a:ext cx="914400" cy="914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3297652" y="3064231"/>
            <a:ext cx="601642" cy="60519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3591671" y="3375159"/>
            <a:ext cx="1111220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rot="10800000" flipV="1">
            <a:off x="1097752" y="3892639"/>
            <a:ext cx="1134639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V="1">
            <a:off x="3254323" y="820676"/>
            <a:ext cx="476237" cy="26905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rot="10800000" flipV="1">
            <a:off x="2143103" y="1091321"/>
            <a:ext cx="257962" cy="2083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420895" y="357165"/>
            <a:ext cx="985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Time = 0</a:t>
            </a:r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2420895" y="4414921"/>
            <a:ext cx="1063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Time = t</a:t>
            </a:r>
            <a:r>
              <a:rPr lang="en-US" baseline="-25000" dirty="0" smtClean="0"/>
              <a:t>1</a:t>
            </a:r>
            <a:endParaRPr lang="en-US" baseline="-25000" dirty="0"/>
          </a:p>
        </p:txBody>
      </p:sp>
      <p:sp>
        <p:nvSpPr>
          <p:cNvPr id="21" name="TextBox 20"/>
          <p:cNvSpPr txBox="1"/>
          <p:nvPr/>
        </p:nvSpPr>
        <p:spPr>
          <a:xfrm>
            <a:off x="3800007" y="1344313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f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1573923" y="1344313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-</a:t>
            </a:r>
            <a:r>
              <a:rPr lang="en-US" dirty="0" err="1" smtClean="0"/>
              <a:t>f</a:t>
            </a:r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4137355" y="2910452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f</a:t>
            </a:r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1405249" y="3426344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-</a:t>
            </a:r>
            <a:r>
              <a:rPr lang="en-US" dirty="0" err="1" smtClean="0"/>
              <a:t>f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959036" y="728343"/>
            <a:ext cx="3574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u</a:t>
            </a:r>
            <a:r>
              <a:rPr lang="en-US" baseline="-25000" dirty="0" err="1" smtClean="0"/>
              <a:t>t</a:t>
            </a:r>
            <a:endParaRPr lang="en-US" baseline="-25000" dirty="0"/>
          </a:p>
        </p:txBody>
      </p:sp>
      <p:sp>
        <p:nvSpPr>
          <p:cNvPr id="26" name="TextBox 25"/>
          <p:cNvSpPr txBox="1"/>
          <p:nvPr/>
        </p:nvSpPr>
        <p:spPr>
          <a:xfrm>
            <a:off x="3710709" y="728343"/>
            <a:ext cx="3867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u</a:t>
            </a:r>
            <a:r>
              <a:rPr lang="en-US" baseline="-25000" dirty="0" smtClean="0"/>
              <a:t>h</a:t>
            </a:r>
            <a:endParaRPr lang="en-US" baseline="-25000" dirty="0"/>
          </a:p>
        </p:txBody>
      </p:sp>
      <p:sp>
        <p:nvSpPr>
          <p:cNvPr id="27" name="Down Arrow 26"/>
          <p:cNvSpPr/>
          <p:nvPr/>
        </p:nvSpPr>
        <p:spPr>
          <a:xfrm>
            <a:off x="2606831" y="2368087"/>
            <a:ext cx="617725" cy="697548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2361394" y="5290680"/>
            <a:ext cx="914400" cy="914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3297652" y="5126987"/>
            <a:ext cx="601642" cy="60519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Arrow Connector 35"/>
          <p:cNvCxnSpPr/>
          <p:nvPr/>
        </p:nvCxnSpPr>
        <p:spPr>
          <a:xfrm flipV="1">
            <a:off x="3591671" y="5017856"/>
            <a:ext cx="982189" cy="42005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 rot="10800000" flipV="1">
            <a:off x="1795840" y="5816501"/>
            <a:ext cx="1002108" cy="32469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scene3d>
            <a:camera prst="perspectiveFront">
              <a:rot lat="0" lon="0" rev="300000"/>
            </a:camera>
            <a:lightRig rig="threePt" dir="t"/>
          </a:scene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137355" y="5136908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f</a:t>
            </a:r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1817373" y="5573898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-</a:t>
            </a:r>
            <a:r>
              <a:rPr lang="en-US" dirty="0" err="1" smtClean="0"/>
              <a:t>f</a:t>
            </a:r>
            <a:endParaRPr 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5524950" y="1089733"/>
            <a:ext cx="223236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Now the swimmer’s velocity can point in arbitrary directions because of the other forces in the system.</a:t>
            </a:r>
            <a:endParaRPr 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5524950" y="3065635"/>
            <a:ext cx="22323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This changes the orientation of the body.</a:t>
            </a:r>
            <a:endParaRPr lang="en-US" dirty="0"/>
          </a:p>
        </p:txBody>
      </p:sp>
      <p:sp>
        <p:nvSpPr>
          <p:cNvPr id="48" name="TextBox 47"/>
          <p:cNvSpPr txBox="1"/>
          <p:nvPr/>
        </p:nvSpPr>
        <p:spPr>
          <a:xfrm>
            <a:off x="5524950" y="4414921"/>
            <a:ext cx="223236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When we adjust the tail bead, we must maintain body orientation. </a:t>
            </a:r>
            <a:r>
              <a:rPr lang="en-US" dirty="0"/>
              <a:t>T</a:t>
            </a:r>
            <a:r>
              <a:rPr lang="en-US" dirty="0" smtClean="0"/>
              <a:t>he forces must now act along the new orientation.</a:t>
            </a:r>
            <a:endParaRPr lang="en-US" dirty="0"/>
          </a:p>
        </p:txBody>
      </p:sp>
      <p:sp>
        <p:nvSpPr>
          <p:cNvPr id="49" name="TextBox 48"/>
          <p:cNvSpPr txBox="1"/>
          <p:nvPr/>
        </p:nvSpPr>
        <p:spPr>
          <a:xfrm>
            <a:off x="5089784" y="359011"/>
            <a:ext cx="29594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MULTIPLE SWIMMERS</a:t>
            </a:r>
            <a:endParaRPr lang="en-US" sz="2400" dirty="0"/>
          </a:p>
        </p:txBody>
      </p:sp>
      <p:cxnSp>
        <p:nvCxnSpPr>
          <p:cNvPr id="41" name="Straight Connector 40"/>
          <p:cNvCxnSpPr/>
          <p:nvPr/>
        </p:nvCxnSpPr>
        <p:spPr>
          <a:xfrm flipV="1">
            <a:off x="2232391" y="3376747"/>
            <a:ext cx="1359280" cy="50679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flipV="1">
            <a:off x="2778075" y="5437915"/>
            <a:ext cx="813596" cy="320649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142</Words>
  <Application>Microsoft Macintosh PowerPoint</Application>
  <PresentationFormat>On-screen Show (4:3)</PresentationFormat>
  <Paragraphs>28</Paragraphs>
  <Slides>2</Slides>
  <Notes>0</Notes>
  <HiddenSlides>0</HiddenSlides>
  <MMClips>0</MMClips>
  <ScaleCrop>false</ScaleCrop>
  <HeadingPairs>
    <vt:vector size="4" baseType="variant">
      <vt:variant>
        <vt:lpstr>Design Template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Slide 1</vt:lpstr>
      <vt:lpstr>Slide 2</vt:lpstr>
    </vt:vector>
  </TitlesOfParts>
  <Company>Tulane University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Bree Cummins</dc:creator>
  <cp:lastModifiedBy>Bree Cummins</cp:lastModifiedBy>
  <cp:revision>3</cp:revision>
  <dcterms:created xsi:type="dcterms:W3CDTF">2011-06-30T16:53:42Z</dcterms:created>
  <dcterms:modified xsi:type="dcterms:W3CDTF">2011-06-30T18:26:33Z</dcterms:modified>
</cp:coreProperties>
</file>